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SENTINEL-AI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CCTV &amp; AI Traffic Management System</a:t>
            </a:r>
          </a:p>
          <a:p/>
          <a:p>
            <a:r>
              <a:t>Gujarat Police Innovation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80,000 Camera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- 80K cameras generate ~320 Gbps of raw video data</a:t>
            </a:r>
          </a:p>
          <a:p>
            <a:r>
              <a:t>- Cost-prohibitive bandwidth requirements</a:t>
            </a:r>
          </a:p>
          <a:p>
            <a:r>
              <a:t>- Fragmented systems across departments (Police, RTO)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Edge-AI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Process video LOCALLY at the junction (NVIDIA Jetson)</a:t>
            </a:r>
          </a:p>
          <a:p>
            <a:r>
              <a:t>- Transmit lightweight JSON metadata (96% bandwidth savings)</a:t>
            </a:r>
          </a:p>
          <a:p>
            <a:r>
              <a:t>- Unified GIS Command Center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Stand Out (USPs)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Edge-AI Bandwidth Eradication</a:t>
            </a:r>
          </a:p>
          <a:p>
            <a:r>
              <a:t>- Zero-Latency eGujCop/VAHAN Database Correlation (&lt;400ms)</a:t>
            </a:r>
          </a:p>
          <a:p>
            <a:r>
              <a:t>- Hardware Agnostic (Apple MPS + NVIDIA TensorRT)</a:t>
            </a:r>
          </a:p>
          <a:p>
            <a:r>
              <a:t>- Interactive Spatiotemporal Route Tracing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Feature: Live Video 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Interactive WebSockets Dashboard</a:t>
            </a:r>
          </a:p>
          <a:p>
            <a:r>
              <a:t>- Seamless Multi-Stream RTSP playback</a:t>
            </a:r>
          </a:p>
          <a:p>
            <a:r>
              <a:t>- Expandable HUD with hardware telemetry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Feature: Route Reconstruction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Input a suspect plate number (e.g. GJ01DX5432)</a:t>
            </a:r>
          </a:p>
          <a:p>
            <a:r>
              <a:t>- View chronological path on OpenStreetMap</a:t>
            </a:r>
          </a:p>
          <a:p>
            <a:r>
              <a:t>- Auto-generates court-admissible audit PDFs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AI: YOLOv11, NVIDIA TrafficCamNet, DeepStream</a:t>
            </a:r>
          </a:p>
          <a:p>
            <a:r>
              <a:t>- Backend: Python, FastAPI, WebSockets, Kafka</a:t>
            </a:r>
          </a:p>
          <a:p>
            <a:r>
              <a:t>- DB: PostgreSQL, Elasticsearch</a:t>
            </a:r>
          </a:p>
          <a:p>
            <a:r>
              <a:t>- UI: HTML5, Leaflet.js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Ready for Deployment across Gujarat.</a:t>
            </a:r>
          </a:p>
          <a:p/>
          <a:p>
            <a:r>
              <a:t>Demonstration ready on local feeds &amp; Government RTSP Sandbox.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